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70" r:id="rId2"/>
    <p:sldId id="271" r:id="rId3"/>
    <p:sldId id="257" r:id="rId4"/>
    <p:sldId id="272" r:id="rId5"/>
    <p:sldId id="273" r:id="rId6"/>
    <p:sldId id="274" r:id="rId7"/>
    <p:sldId id="267" r:id="rId8"/>
    <p:sldId id="268" r:id="rId9"/>
    <p:sldId id="269" r:id="rId10"/>
    <p:sldId id="258" r:id="rId11"/>
    <p:sldId id="260" r:id="rId12"/>
    <p:sldId id="261" r:id="rId13"/>
    <p:sldId id="262" r:id="rId14"/>
    <p:sldId id="263" r:id="rId15"/>
    <p:sldId id="266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599" autoAdjust="0"/>
  </p:normalViewPr>
  <p:slideViewPr>
    <p:cSldViewPr>
      <p:cViewPr varScale="1">
        <p:scale>
          <a:sx n="102" d="100"/>
          <a:sy n="102" d="100"/>
        </p:scale>
        <p:origin x="1776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2-4424-B2DD-C859DF438F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22-4424-B2DD-C859DF438F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22-4424-B2DD-C859DF438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6055696"/>
        <c:axId val="296056088"/>
      </c:barChart>
      <c:catAx>
        <c:axId val="29605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96056088"/>
        <c:crosses val="autoZero"/>
        <c:auto val="1"/>
        <c:lblAlgn val="ctr"/>
        <c:lblOffset val="100"/>
        <c:noMultiLvlLbl val="0"/>
      </c:catAx>
      <c:valAx>
        <c:axId val="296056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96055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477D14C5-CED9-4CFC-B338-DFB0C8090B9F}">
      <dgm:prSet phldrT="[Text]"/>
      <dgm:spPr/>
      <dgm:t>
        <a:bodyPr rtlCol="0"/>
        <a:lstStyle/>
        <a:p>
          <a:pPr rtl="0"/>
          <a:r>
            <a:rPr lang="pt-BR" noProof="0" dirty="0"/>
            <a:t>Grupo A</a:t>
          </a:r>
        </a:p>
      </dgm:t>
    </dgm:pt>
    <dgm:pt modelId="{92DFCBC7-BC14-4697-8ECD-BF0D5B1EDA3B}" type="parTrans" cxnId="{7D461F02-AB37-447A-AC6B-D31C4D2EC6A9}">
      <dgm:prSet/>
      <dgm:spPr/>
      <dgm:t>
        <a:bodyPr rtlCol="0"/>
        <a:lstStyle/>
        <a:p>
          <a:pPr rtl="0"/>
          <a:endParaRPr lang="en-US"/>
        </a:p>
      </dgm:t>
    </dgm:pt>
    <dgm:pt modelId="{87E3C0DB-7BEE-424E-8E11-B838D238D595}" type="sibTrans" cxnId="{7D461F02-AB37-447A-AC6B-D31C4D2EC6A9}">
      <dgm:prSet/>
      <dgm:spPr/>
      <dgm:t>
        <a:bodyPr rtlCol="0"/>
        <a:lstStyle/>
        <a:p>
          <a:pPr rtl="0"/>
          <a:endParaRPr lang="en-US"/>
        </a:p>
      </dgm:t>
    </dgm:pt>
    <dgm:pt modelId="{C111C18A-FD96-4E63-821A-54D70D8DC65F}">
      <dgm:prSet phldrT="[Text]"/>
      <dgm:spPr/>
      <dgm:t>
        <a:bodyPr rtlCol="0"/>
        <a:lstStyle/>
        <a:p>
          <a:pPr rtl="0"/>
          <a:r>
            <a:rPr lang="pt-BR" noProof="0" dirty="0"/>
            <a:t>Tarefa 1</a:t>
          </a:r>
        </a:p>
      </dgm:t>
    </dgm:pt>
    <dgm:pt modelId="{83BE74EF-FAB4-45A2-BBED-7CD5259AB210}" type="parTrans" cxnId="{FFD8B471-C98F-4DB5-8DE3-2AB7E896ADD5}">
      <dgm:prSet/>
      <dgm:spPr/>
      <dgm:t>
        <a:bodyPr rtlCol="0"/>
        <a:lstStyle/>
        <a:p>
          <a:pPr rtl="0"/>
          <a:endParaRPr lang="en-US"/>
        </a:p>
      </dgm:t>
    </dgm:pt>
    <dgm:pt modelId="{B4F34DE2-2DAE-4F88-8C78-BD8892EBF4FF}" type="sibTrans" cxnId="{FFD8B471-C98F-4DB5-8DE3-2AB7E896ADD5}">
      <dgm:prSet/>
      <dgm:spPr/>
      <dgm:t>
        <a:bodyPr rtlCol="0"/>
        <a:lstStyle/>
        <a:p>
          <a:pPr rtl="0"/>
          <a:endParaRPr lang="en-US"/>
        </a:p>
      </dgm:t>
    </dgm:pt>
    <dgm:pt modelId="{33EAD35F-38F2-4CB7-9A6D-B04FFD8A51FD}">
      <dgm:prSet phldrT="[Text]"/>
      <dgm:spPr/>
      <dgm:t>
        <a:bodyPr rtlCol="0"/>
        <a:lstStyle/>
        <a:p>
          <a:pPr rtl="0"/>
          <a:r>
            <a:rPr lang="pt-BR" noProof="0" dirty="0"/>
            <a:t>Tarefa 2</a:t>
          </a:r>
        </a:p>
      </dgm:t>
    </dgm:pt>
    <dgm:pt modelId="{81FE7DB1-4BFC-4407-80A9-E5514E94C61D}" type="parTrans" cxnId="{FAC3D40F-8E66-452D-9CA4-C2871F2D10EF}">
      <dgm:prSet/>
      <dgm:spPr/>
      <dgm:t>
        <a:bodyPr rtlCol="0"/>
        <a:lstStyle/>
        <a:p>
          <a:pPr rtl="0"/>
          <a:endParaRPr lang="en-US"/>
        </a:p>
      </dgm:t>
    </dgm:pt>
    <dgm:pt modelId="{4B66B839-1910-459B-92B2-14846EBA7A70}" type="sibTrans" cxnId="{FAC3D40F-8E66-452D-9CA4-C2871F2D10EF}">
      <dgm:prSet/>
      <dgm:spPr/>
      <dgm:t>
        <a:bodyPr rtlCol="0"/>
        <a:lstStyle/>
        <a:p>
          <a:pPr rtl="0"/>
          <a:endParaRPr lang="en-US"/>
        </a:p>
      </dgm:t>
    </dgm:pt>
    <dgm:pt modelId="{3C67E77D-62FA-499D-B5E6-E79A091C5267}">
      <dgm:prSet phldrT="[Text]"/>
      <dgm:spPr/>
      <dgm:t>
        <a:bodyPr rtlCol="0"/>
        <a:lstStyle/>
        <a:p>
          <a:pPr rtl="0"/>
          <a:r>
            <a:rPr lang="pt-BR" noProof="0" dirty="0"/>
            <a:t>Grupo B</a:t>
          </a:r>
        </a:p>
      </dgm:t>
    </dgm:pt>
    <dgm:pt modelId="{5337D229-E330-4525-B0FA-14EC5A80604A}" type="parTrans" cxnId="{32AA6160-4426-4C4D-93AE-E2F474E37AD9}">
      <dgm:prSet/>
      <dgm:spPr/>
      <dgm:t>
        <a:bodyPr rtlCol="0"/>
        <a:lstStyle/>
        <a:p>
          <a:pPr rtl="0"/>
          <a:endParaRPr lang="en-US"/>
        </a:p>
      </dgm:t>
    </dgm:pt>
    <dgm:pt modelId="{C056AC5D-B04E-4376-A1CB-3EAB7BE5AF5B}" type="sibTrans" cxnId="{32AA6160-4426-4C4D-93AE-E2F474E37AD9}">
      <dgm:prSet/>
      <dgm:spPr/>
      <dgm:t>
        <a:bodyPr rtlCol="0"/>
        <a:lstStyle/>
        <a:p>
          <a:pPr rtl="0"/>
          <a:endParaRPr lang="en-US"/>
        </a:p>
      </dgm:t>
    </dgm:pt>
    <dgm:pt modelId="{D6510970-8F9C-4B45-A0F3-6ACB9AA76D40}">
      <dgm:prSet phldrT="[Text]"/>
      <dgm:spPr/>
      <dgm:t>
        <a:bodyPr rtlCol="0"/>
        <a:lstStyle/>
        <a:p>
          <a:pPr rtl="0"/>
          <a:r>
            <a:rPr lang="pt-BR" noProof="0" dirty="0"/>
            <a:t>Tarefa 1</a:t>
          </a:r>
        </a:p>
      </dgm:t>
    </dgm:pt>
    <dgm:pt modelId="{7A9FC291-2B6A-4475-8B09-917F9F09E3AB}" type="parTrans" cxnId="{C6E7222A-5F84-456A-9806-D51868FAF8A9}">
      <dgm:prSet/>
      <dgm:spPr/>
      <dgm:t>
        <a:bodyPr rtlCol="0"/>
        <a:lstStyle/>
        <a:p>
          <a:pPr rtl="0"/>
          <a:endParaRPr lang="en-US"/>
        </a:p>
      </dgm:t>
    </dgm:pt>
    <dgm:pt modelId="{4B87F32C-3630-48F2-9114-4262C0BEEA9E}" type="sibTrans" cxnId="{C6E7222A-5F84-456A-9806-D51868FAF8A9}">
      <dgm:prSet/>
      <dgm:spPr/>
      <dgm:t>
        <a:bodyPr rtlCol="0"/>
        <a:lstStyle/>
        <a:p>
          <a:pPr rtl="0"/>
          <a:endParaRPr lang="en-US"/>
        </a:p>
      </dgm:t>
    </dgm:pt>
    <dgm:pt modelId="{709ED9DC-E391-4C6C-B788-93F1C2EFB6FD}">
      <dgm:prSet phldrT="[Text]"/>
      <dgm:spPr/>
      <dgm:t>
        <a:bodyPr rtlCol="0"/>
        <a:lstStyle/>
        <a:p>
          <a:pPr rtl="0"/>
          <a:r>
            <a:rPr lang="pt-BR" noProof="0" dirty="0"/>
            <a:t>Tarefa 2</a:t>
          </a:r>
        </a:p>
      </dgm:t>
    </dgm:pt>
    <dgm:pt modelId="{B5FA6CF0-E0A0-46A0-93C9-B722B31A8A9C}" type="parTrans" cxnId="{78E3C3B3-FD19-41A6-A9CC-BB3375A6FF81}">
      <dgm:prSet/>
      <dgm:spPr/>
      <dgm:t>
        <a:bodyPr rtlCol="0"/>
        <a:lstStyle/>
        <a:p>
          <a:pPr rtl="0"/>
          <a:endParaRPr lang="en-US"/>
        </a:p>
      </dgm:t>
    </dgm:pt>
    <dgm:pt modelId="{F3C03C29-D7FF-4D61-8D75-8B75B2F589EC}" type="sibTrans" cxnId="{78E3C3B3-FD19-41A6-A9CC-BB3375A6FF81}">
      <dgm:prSet/>
      <dgm:spPr/>
      <dgm:t>
        <a:bodyPr rtlCol="0"/>
        <a:lstStyle/>
        <a:p>
          <a:pPr rtl="0"/>
          <a:endParaRPr lang="en-US"/>
        </a:p>
      </dgm:t>
    </dgm:pt>
    <dgm:pt modelId="{CC6B7442-0B72-4EF2-9F13-1325B51AFF9F}">
      <dgm:prSet phldrT="[Text]"/>
      <dgm:spPr/>
      <dgm:t>
        <a:bodyPr rtlCol="0"/>
        <a:lstStyle/>
        <a:p>
          <a:pPr rtl="0"/>
          <a:r>
            <a:rPr lang="pt-BR" noProof="0" dirty="0"/>
            <a:t>Grupo C</a:t>
          </a:r>
        </a:p>
      </dgm:t>
    </dgm:pt>
    <dgm:pt modelId="{E3D139E0-5DC2-4F8E-9F8F-B3F0EBCD4689}" type="parTrans" cxnId="{102D6D4D-90C9-40F4-A001-35DCC329B127}">
      <dgm:prSet/>
      <dgm:spPr/>
      <dgm:t>
        <a:bodyPr rtlCol="0"/>
        <a:lstStyle/>
        <a:p>
          <a:pPr rtl="0"/>
          <a:endParaRPr lang="en-US"/>
        </a:p>
      </dgm:t>
    </dgm:pt>
    <dgm:pt modelId="{FF80E1BA-0D6F-4EE8-9640-892A5897DBCD}" type="sibTrans" cxnId="{102D6D4D-90C9-40F4-A001-35DCC329B127}">
      <dgm:prSet/>
      <dgm:spPr/>
      <dgm:t>
        <a:bodyPr rtlCol="0"/>
        <a:lstStyle/>
        <a:p>
          <a:pPr rtl="0"/>
          <a:endParaRPr lang="en-US"/>
        </a:p>
      </dgm:t>
    </dgm:pt>
    <dgm:pt modelId="{FE0A3CAE-D039-42F2-AF12-1E6F6793A633}">
      <dgm:prSet phldrT="[Text]"/>
      <dgm:spPr/>
      <dgm:t>
        <a:bodyPr rtlCol="0"/>
        <a:lstStyle/>
        <a:p>
          <a:pPr rtl="0"/>
          <a:r>
            <a:rPr lang="pt-BR" noProof="0" dirty="0"/>
            <a:t>Tarefa 1</a:t>
          </a:r>
        </a:p>
      </dgm:t>
    </dgm:pt>
    <dgm:pt modelId="{7E2ED2D1-AFF4-4DED-BB53-30A310825CE2}" type="parTrans" cxnId="{A6FB3C49-AB75-4315-BB6B-886AA454F16F}">
      <dgm:prSet/>
      <dgm:spPr/>
      <dgm:t>
        <a:bodyPr rtlCol="0"/>
        <a:lstStyle/>
        <a:p>
          <a:pPr rtl="0"/>
          <a:endParaRPr lang="en-US"/>
        </a:p>
      </dgm:t>
    </dgm:pt>
    <dgm:pt modelId="{417BDEF2-191B-4000-BDE8-D3D22A51FCF3}" type="sibTrans" cxnId="{A6FB3C49-AB75-4315-BB6B-886AA454F16F}">
      <dgm:prSet/>
      <dgm:spPr/>
      <dgm:t>
        <a:bodyPr rtlCol="0"/>
        <a:lstStyle/>
        <a:p>
          <a:pPr rtl="0"/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A9DD881E-A532-414B-870C-8ADE2076F78C}" type="pres">
      <dgm:prSet presAssocID="{477D14C5-CED9-4CFC-B338-DFB0C8090B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5F6E02-AD43-4E7A-935B-DDF5D6C74800}" type="pres">
      <dgm:prSet presAssocID="{477D14C5-CED9-4CFC-B338-DFB0C8090B9F}" presName="childText" presStyleLbl="revTx" presStyleIdx="0" presStyleCnt="3">
        <dgm:presLayoutVars>
          <dgm:bulletEnabled val="1"/>
        </dgm:presLayoutVars>
      </dgm:prSet>
      <dgm:spPr/>
    </dgm:pt>
    <dgm:pt modelId="{81203336-F3DE-4B3A-BCF4-0F68C23AC2BB}" type="pres">
      <dgm:prSet presAssocID="{3C67E77D-62FA-499D-B5E6-E79A091C52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2956A5-ADC8-4959-B856-589B9D9B9635}" type="pres">
      <dgm:prSet presAssocID="{3C67E77D-62FA-499D-B5E6-E79A091C5267}" presName="childText" presStyleLbl="revTx" presStyleIdx="1" presStyleCnt="3">
        <dgm:presLayoutVars>
          <dgm:bulletEnabled val="1"/>
        </dgm:presLayoutVars>
      </dgm:prSet>
      <dgm:spPr/>
    </dgm:pt>
    <dgm:pt modelId="{D64CB5D5-837D-47FC-9E42-A26D800BC695}" type="pres">
      <dgm:prSet presAssocID="{CC6B7442-0B72-4EF2-9F13-1325B51AFF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8B7B17B-8600-44B0-B235-389E5D71D804}" type="pres">
      <dgm:prSet presAssocID="{CC6B7442-0B72-4EF2-9F13-1325B51AFF9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FAC3D40F-8E66-452D-9CA4-C2871F2D10EF}" srcId="{477D14C5-CED9-4CFC-B338-DFB0C8090B9F}" destId="{33EAD35F-38F2-4CB7-9A6D-B04FFD8A51FD}" srcOrd="1" destOrd="0" parTransId="{81FE7DB1-4BFC-4407-80A9-E5514E94C61D}" sibTransId="{4B66B839-1910-459B-92B2-14846EBA7A70}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AB09493F-37CB-481D-BE1C-7A521AC3963B}" type="presOf" srcId="{477D14C5-CED9-4CFC-B338-DFB0C8090B9F}" destId="{A9DD881E-A532-414B-870C-8ADE2076F78C}" srcOrd="0" destOrd="0" presId="urn:microsoft.com/office/officeart/2005/8/layout/vList2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A677E445-9D5B-4C26-A5C5-42BF01249F61}" type="presOf" srcId="{709ED9DC-E391-4C6C-B788-93F1C2EFB6FD}" destId="{782956A5-ADC8-4959-B856-589B9D9B9635}" srcOrd="0" destOrd="1" presId="urn:microsoft.com/office/officeart/2005/8/layout/vList2"/>
    <dgm:cxn modelId="{A6FB3C49-AB75-4315-BB6B-886AA454F16F}" srcId="{CC6B7442-0B72-4EF2-9F13-1325B51AFF9F}" destId="{FE0A3CAE-D039-42F2-AF12-1E6F6793A633}" srcOrd="0" destOrd="0" parTransId="{7E2ED2D1-AFF4-4DED-BB53-30A310825CE2}" sibTransId="{417BDEF2-191B-4000-BDE8-D3D22A51FCF3}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F3770B74-60B7-438A-9C14-87FF95D04624}" type="presOf" srcId="{FE0A3CAE-D039-42F2-AF12-1E6F6793A633}" destId="{08B7B17B-8600-44B0-B235-389E5D71D804}" srcOrd="0" destOrd="0" presId="urn:microsoft.com/office/officeart/2005/8/layout/vList2"/>
    <dgm:cxn modelId="{87AD0085-41E8-4E29-BBED-9D1036577237}" type="presOf" srcId="{C111C18A-FD96-4E63-821A-54D70D8DC65F}" destId="{CD5F6E02-AD43-4E7A-935B-DDF5D6C74800}" srcOrd="0" destOrd="0" presId="urn:microsoft.com/office/officeart/2005/8/layout/vList2"/>
    <dgm:cxn modelId="{85B80D8C-EBB2-4A80-BB6C-93E30B69F4BB}" type="presOf" srcId="{33EAD35F-38F2-4CB7-9A6D-B04FFD8A51FD}" destId="{CD5F6E02-AD43-4E7A-935B-DDF5D6C74800}" srcOrd="0" destOrd="1" presId="urn:microsoft.com/office/officeart/2005/8/layout/vList2"/>
    <dgm:cxn modelId="{E2EE33AC-3CDB-41AB-99D0-EE89822B0377}" type="presOf" srcId="{90119837-5B71-4D44-BB01-DB0B084933C8}" destId="{ED5DCCC5-BCA8-4491-AA37-BAF153ECA184}" srcOrd="0" destOrd="0" presId="urn:microsoft.com/office/officeart/2005/8/layout/vList2"/>
    <dgm:cxn modelId="{78E3C3B3-FD19-41A6-A9CC-BB3375A6FF81}" srcId="{3C67E77D-62FA-499D-B5E6-E79A091C5267}" destId="{709ED9DC-E391-4C6C-B788-93F1C2EFB6FD}" srcOrd="1" destOrd="0" parTransId="{B5FA6CF0-E0A0-46A0-93C9-B722B31A8A9C}" sibTransId="{F3C03C29-D7FF-4D61-8D75-8B75B2F589EC}"/>
    <dgm:cxn modelId="{DC6E05B4-83E9-4C3F-9822-9E1D41C41D9E}" type="presOf" srcId="{CC6B7442-0B72-4EF2-9F13-1325B51AFF9F}" destId="{D64CB5D5-837D-47FC-9E42-A26D800BC695}" srcOrd="0" destOrd="0" presId="urn:microsoft.com/office/officeart/2005/8/layout/vList2"/>
    <dgm:cxn modelId="{80D369CF-62F1-4541-AEE2-AB29E5A204FB}" type="presOf" srcId="{3C67E77D-62FA-499D-B5E6-E79A091C5267}" destId="{81203336-F3DE-4B3A-BCF4-0F68C23AC2BB}" srcOrd="0" destOrd="0" presId="urn:microsoft.com/office/officeart/2005/8/layout/vList2"/>
    <dgm:cxn modelId="{44946EF3-425E-42C8-A6FB-ABA83804B586}" type="presOf" srcId="{D6510970-8F9C-4B45-A0F3-6ACB9AA76D40}" destId="{782956A5-ADC8-4959-B856-589B9D9B9635}" srcOrd="0" destOrd="0" presId="urn:microsoft.com/office/officeart/2005/8/layout/vList2"/>
    <dgm:cxn modelId="{8ED8745E-70AE-4940-BBB9-FB6376BDA0D9}" type="presParOf" srcId="{ED5DCCC5-BCA8-4491-AA37-BAF153ECA184}" destId="{A9DD881E-A532-414B-870C-8ADE2076F78C}" srcOrd="0" destOrd="0" presId="urn:microsoft.com/office/officeart/2005/8/layout/vList2"/>
    <dgm:cxn modelId="{31CF7A1A-6E4D-4D10-861C-4FF0D37EB7F8}" type="presParOf" srcId="{ED5DCCC5-BCA8-4491-AA37-BAF153ECA184}" destId="{CD5F6E02-AD43-4E7A-935B-DDF5D6C74800}" srcOrd="1" destOrd="0" presId="urn:microsoft.com/office/officeart/2005/8/layout/vList2"/>
    <dgm:cxn modelId="{9126909B-F016-45D1-8092-6C3135AB4C8A}" type="presParOf" srcId="{ED5DCCC5-BCA8-4491-AA37-BAF153ECA184}" destId="{81203336-F3DE-4B3A-BCF4-0F68C23AC2BB}" srcOrd="2" destOrd="0" presId="urn:microsoft.com/office/officeart/2005/8/layout/vList2"/>
    <dgm:cxn modelId="{730D2F2D-B4CA-4D4B-834E-CF6050C80AD0}" type="presParOf" srcId="{ED5DCCC5-BCA8-4491-AA37-BAF153ECA184}" destId="{782956A5-ADC8-4959-B856-589B9D9B9635}" srcOrd="3" destOrd="0" presId="urn:microsoft.com/office/officeart/2005/8/layout/vList2"/>
    <dgm:cxn modelId="{4902803D-CBF9-4D0B-9ABD-A3F2B1110870}" type="presParOf" srcId="{ED5DCCC5-BCA8-4491-AA37-BAF153ECA184}" destId="{D64CB5D5-837D-47FC-9E42-A26D800BC695}" srcOrd="4" destOrd="0" presId="urn:microsoft.com/office/officeart/2005/8/layout/vList2"/>
    <dgm:cxn modelId="{23FA2328-0584-487D-931D-ED8370AFC6E0}" type="presParOf" srcId="{ED5DCCC5-BCA8-4491-AA37-BAF153ECA184}" destId="{08B7B17B-8600-44B0-B235-389E5D71D80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D881E-A532-414B-870C-8ADE2076F78C}">
      <dsp:nvSpPr>
        <dsp:cNvPr id="0" name=""/>
        <dsp:cNvSpPr/>
      </dsp:nvSpPr>
      <dsp:spPr>
        <a:xfrm>
          <a:off x="0" y="78450"/>
          <a:ext cx="4875212" cy="5036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Grupo A</a:t>
          </a:r>
        </a:p>
      </dsp:txBody>
      <dsp:txXfrm>
        <a:off x="24588" y="103038"/>
        <a:ext cx="4826036" cy="454509"/>
      </dsp:txXfrm>
    </dsp:sp>
    <dsp:sp modelId="{CD5F6E02-AD43-4E7A-935B-DDF5D6C74800}">
      <dsp:nvSpPr>
        <dsp:cNvPr id="0" name=""/>
        <dsp:cNvSpPr/>
      </dsp:nvSpPr>
      <dsp:spPr>
        <a:xfrm>
          <a:off x="0" y="582135"/>
          <a:ext cx="487521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8" tIns="26670" rIns="149352" bIns="26670" numCol="1" spcCol="1270" rtlCol="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Tarefa 1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Tarefa 2</a:t>
          </a:r>
        </a:p>
      </dsp:txBody>
      <dsp:txXfrm>
        <a:off x="0" y="582135"/>
        <a:ext cx="4875212" cy="554242"/>
      </dsp:txXfrm>
    </dsp:sp>
    <dsp:sp modelId="{81203336-F3DE-4B3A-BCF4-0F68C23AC2BB}">
      <dsp:nvSpPr>
        <dsp:cNvPr id="0" name=""/>
        <dsp:cNvSpPr/>
      </dsp:nvSpPr>
      <dsp:spPr>
        <a:xfrm>
          <a:off x="0" y="1136377"/>
          <a:ext cx="4875212" cy="5036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Grupo B</a:t>
          </a:r>
        </a:p>
      </dsp:txBody>
      <dsp:txXfrm>
        <a:off x="24588" y="1160965"/>
        <a:ext cx="4826036" cy="454509"/>
      </dsp:txXfrm>
    </dsp:sp>
    <dsp:sp modelId="{782956A5-ADC8-4959-B856-589B9D9B9635}">
      <dsp:nvSpPr>
        <dsp:cNvPr id="0" name=""/>
        <dsp:cNvSpPr/>
      </dsp:nvSpPr>
      <dsp:spPr>
        <a:xfrm>
          <a:off x="0" y="1640062"/>
          <a:ext cx="487521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8" tIns="26670" rIns="149352" bIns="26670" numCol="1" spcCol="1270" rtlCol="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Tarefa 1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Tarefa 2</a:t>
          </a:r>
        </a:p>
      </dsp:txBody>
      <dsp:txXfrm>
        <a:off x="0" y="1640062"/>
        <a:ext cx="4875212" cy="554242"/>
      </dsp:txXfrm>
    </dsp:sp>
    <dsp:sp modelId="{D64CB5D5-837D-47FC-9E42-A26D800BC695}">
      <dsp:nvSpPr>
        <dsp:cNvPr id="0" name=""/>
        <dsp:cNvSpPr/>
      </dsp:nvSpPr>
      <dsp:spPr>
        <a:xfrm>
          <a:off x="0" y="2194305"/>
          <a:ext cx="4875212" cy="5036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Grupo C</a:t>
          </a:r>
        </a:p>
      </dsp:txBody>
      <dsp:txXfrm>
        <a:off x="24588" y="2218893"/>
        <a:ext cx="4826036" cy="454509"/>
      </dsp:txXfrm>
    </dsp:sp>
    <dsp:sp modelId="{08B7B17B-8600-44B0-B235-389E5D71D804}">
      <dsp:nvSpPr>
        <dsp:cNvPr id="0" name=""/>
        <dsp:cNvSpPr/>
      </dsp:nvSpPr>
      <dsp:spPr>
        <a:xfrm>
          <a:off x="0" y="2697989"/>
          <a:ext cx="4875212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88" tIns="26670" rIns="149352" bIns="26670" numCol="1" spcCol="1270" rtlCol="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Tarefa 1</a:t>
          </a:r>
        </a:p>
      </dsp:txBody>
      <dsp:txXfrm>
        <a:off x="0" y="2697989"/>
        <a:ext cx="4875212" cy="347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8D0EFA9-57C0-4188-B1C6-56EB9958F127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77323E-F331-42C0-8ED8-298FE2B5981D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2A70B-78F2-4DCF-B53B-C990D2FAFB8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6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49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237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9298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6251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1082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4665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4205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7211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147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336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0556" y="609601"/>
            <a:ext cx="8673963" cy="3200400"/>
          </a:xfrm>
        </p:spPr>
        <p:txBody>
          <a:bodyPr anchor="b">
            <a:normAutofit/>
          </a:bodyPr>
          <a:lstStyle>
            <a:lvl1pPr algn="ctr">
              <a:defRPr sz="4799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0556" y="3886200"/>
            <a:ext cx="8673963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83396C3-3492-4496-8698-79E4814AE53F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33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557" y="3308581"/>
            <a:ext cx="8684538" cy="1468800"/>
          </a:xfrm>
        </p:spPr>
        <p:txBody>
          <a:bodyPr anchor="b"/>
          <a:lstStyle>
            <a:lvl1pPr algn="r">
              <a:defRPr sz="39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0555" y="4777381"/>
            <a:ext cx="868453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7F0D0AC-B9DC-491A-B40C-0529EC31387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90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5" y="2667000"/>
            <a:ext cx="487553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9005" y="2667000"/>
            <a:ext cx="4875530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87895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908" y="2658533"/>
            <a:ext cx="458773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5" y="3243263"/>
            <a:ext cx="4875530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1455" y="2667000"/>
            <a:ext cx="4603081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006" y="3243263"/>
            <a:ext cx="4875531" cy="2547937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33842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A02F2C7-204F-4F9D-81F3-C7CE8047CD3A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268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73763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3548197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83" y="609601"/>
            <a:ext cx="5942053" cy="51816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3548197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5CA678-7531-4BBD-B1E6-6A1CA37BCB1B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593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600200"/>
            <a:ext cx="5332612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1797" y="-18288"/>
            <a:ext cx="3275746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2971800"/>
            <a:ext cx="5332612" cy="1828800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7545" y="5883276"/>
            <a:ext cx="914162" cy="365125"/>
          </a:xfrm>
        </p:spPr>
        <p:txBody>
          <a:bodyPr/>
          <a:lstStyle/>
          <a:p>
            <a:pPr rtl="0"/>
            <a:fld id="{D2184FD6-C734-4162-88D8-0C01192F6E9B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115" y="5883276"/>
            <a:ext cx="5104070" cy="365125"/>
          </a:xfrm>
        </p:spPr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39815" y="5883276"/>
            <a:ext cx="322483" cy="365125"/>
          </a:xfrm>
        </p:spPr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374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4732865"/>
            <a:ext cx="9903420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096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6" y="5299603"/>
            <a:ext cx="990342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14879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3124199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96059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10546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3308581"/>
            <a:ext cx="9903420" cy="14688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3" y="4777381"/>
            <a:ext cx="990342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9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7581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394" y="78682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5094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2"/>
            <a:ext cx="9293977" cy="2743199"/>
          </a:xfrm>
        </p:spPr>
        <p:txBody>
          <a:bodyPr anchor="ctr">
            <a:normAutofit/>
          </a:bodyPr>
          <a:lstStyle>
            <a:lvl1pPr algn="l">
              <a:defRPr sz="3199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886200"/>
            <a:ext cx="990342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775200"/>
            <a:ext cx="990342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8787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5" y="609602"/>
            <a:ext cx="990341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115" y="3505200"/>
            <a:ext cx="990342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343400"/>
            <a:ext cx="990342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75590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8215C2D-4C5F-41A8-B554-C650AF34C482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29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4597" y="609600"/>
            <a:ext cx="2209938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5" y="609600"/>
            <a:ext cx="7541835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0E39326-9852-4665-8E10-5CCFE152224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867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60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v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3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4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F48602-A83C-4B27-B476-20AF32AE1EED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85" name="Espaço Reservado para Conteúdo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05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6" y="2667000"/>
            <a:ext cx="990341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5311" y="5883276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99758D4F-735F-46FE-9FCB-4849D9F60668}" type="datetime1">
              <a:rPr lang="pt-BR" smtClean="0"/>
              <a:t>16/05/2024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5" y="5883276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6527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3199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99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79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pt-BR" dirty="0"/>
              <a:t>Ministério da ciência, tecnologia e inovações</a:t>
            </a:r>
            <a:br>
              <a:rPr lang="pt-BR" dirty="0"/>
            </a:br>
            <a:br>
              <a:rPr lang="pt-BR" dirty="0"/>
            </a:br>
            <a:r>
              <a:rPr lang="pt-BR" sz="3200" dirty="0"/>
              <a:t>Concurso laboratório nacional de computação científica</a:t>
            </a:r>
            <a:br>
              <a:rPr lang="pt-BR" sz="3200" dirty="0"/>
            </a:br>
            <a:r>
              <a:rPr lang="pt-BR" sz="3200" dirty="0" err="1"/>
              <a:t>lncc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44241" y="4307264"/>
            <a:ext cx="8673963" cy="1905000"/>
          </a:xfrm>
        </p:spPr>
        <p:txBody>
          <a:bodyPr rtlCol="0"/>
          <a:lstStyle/>
          <a:p>
            <a:pPr rtl="0"/>
            <a:r>
              <a:rPr lang="pt-BR" dirty="0"/>
              <a:t>Memorial</a:t>
            </a:r>
          </a:p>
          <a:p>
            <a:pPr rtl="0"/>
            <a:r>
              <a:rPr lang="pt-BR" dirty="0"/>
              <a:t>Alice Rezende Ratton </a:t>
            </a:r>
            <a:r>
              <a:rPr lang="pt-BR" dirty="0" err="1"/>
              <a:t>Coppos</a:t>
            </a:r>
            <a:endParaRPr lang="pt-BR" dirty="0"/>
          </a:p>
          <a:p>
            <a:pPr rtl="0"/>
            <a:r>
              <a:rPr lang="pt-BR" dirty="0"/>
              <a:t>Para tecnologista pleno em ciências de dados  e inteligência artificial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1B641D-DB2E-1E36-5D61-8342EB4BF5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5733256"/>
            <a:ext cx="1504315" cy="709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16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88B89-9A10-F8BA-2CE9-3EB8F82B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Inspiração</a:t>
            </a:r>
          </a:p>
        </p:txBody>
      </p:sp>
      <p:pic>
        <p:nvPicPr>
          <p:cNvPr id="1026" name="Picture 2" descr="Baccalauréat - Wikipedia">
            <a:extLst>
              <a:ext uri="{FF2B5EF4-FFF2-40B4-BE49-F238E27FC236}">
                <a16:creationId xmlns:a16="http://schemas.microsoft.com/office/drawing/2014/main" id="{834D8007-D0B0-E044-7D30-84B2533938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44" y="2894879"/>
            <a:ext cx="1950720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1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BR" dirty="0"/>
              <a:t>Formação Acadêmica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25D68D-6737-DD9A-B0DA-89B452269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24" y="2420887"/>
            <a:ext cx="3261551" cy="2105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DD6905C-60A7-2E0C-6F32-0B212C04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049" y="2460177"/>
            <a:ext cx="3261551" cy="202644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6D794B5-9FF8-118C-188B-2A1F4BE85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495" y="2420887"/>
            <a:ext cx="3261551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ADD8A-0A5F-E845-099F-B448304D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Experiências profissionais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3F1AB6-277D-4719-D03B-5D6AEAB7D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98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B78BA-896B-DE0F-269D-8E2B6792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Tecnologia e LNCC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A0BB28-58C2-51C2-639A-7C13F4CE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CA823-6564-6520-6811-A92D594E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Projeto proposto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C1C09-4DEC-8082-E24A-15AB69DD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15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Título e Layout de Conteúdo com Gráfico</a:t>
            </a:r>
          </a:p>
        </p:txBody>
      </p:sp>
      <p:graphicFrame>
        <p:nvGraphicFramePr>
          <p:cNvPr id="6" name="Espaço Reservado para Conteúdo 5" descr="Gráfico de colunas agrupadas mostrando os valores de 3 séries para 4 categoria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379703"/>
              </p:ext>
            </p:extLst>
          </p:nvPr>
        </p:nvGraphicFramePr>
        <p:xfrm>
          <a:off x="1141413" y="2667000"/>
          <a:ext cx="99028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Dois Layouts de Conteúdo com Tabela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pt-BR" dirty="0"/>
              <a:t>Primeiro marcador aqui</a:t>
            </a:r>
          </a:p>
          <a:p>
            <a:pPr rtl="0"/>
            <a:r>
              <a:rPr lang="pt-BR" dirty="0"/>
              <a:t>Segundo marcador aqui</a:t>
            </a:r>
          </a:p>
          <a:p>
            <a:pPr rtl="0"/>
            <a:r>
              <a:rPr lang="pt-BR" dirty="0"/>
              <a:t>Terceiro marcador aqui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8267152"/>
              </p:ext>
            </p:extLst>
          </p:nvPr>
        </p:nvGraphicFramePr>
        <p:xfrm>
          <a:off x="6169025" y="2667000"/>
          <a:ext cx="4875213" cy="312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25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Classe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A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B</a:t>
                      </a:r>
                    </a:p>
                  </a:txBody>
                  <a:tcPr marL="100866" marR="10086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Classe 1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82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95</a:t>
                      </a:r>
                    </a:p>
                  </a:txBody>
                  <a:tcPr marL="100866" marR="10086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Classe 2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76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88</a:t>
                      </a:r>
                    </a:p>
                  </a:txBody>
                  <a:tcPr marL="100866" marR="10086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Classe 3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84</a:t>
                      </a:r>
                    </a:p>
                  </a:txBody>
                  <a:tcPr marL="100866" marR="100866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90</a:t>
                      </a:r>
                    </a:p>
                  </a:txBody>
                  <a:tcPr marL="100866" marR="10086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Dois Layouts de Conteúdo com </a:t>
            </a:r>
            <a:r>
              <a:rPr lang="pt-BR" dirty="0" err="1"/>
              <a:t>SmartArt</a:t>
            </a:r>
            <a:endParaRPr lang="pt-BR" dirty="0"/>
          </a:p>
        </p:txBody>
      </p:sp>
      <p:graphicFrame>
        <p:nvGraphicFramePr>
          <p:cNvPr id="4" name="Espaço Reservado para Conteúdo 3" descr="Lista vertical de marcadores mostrando 3 grupos organizados um abaixo do outro, e pontos de marcadores estão presentes em cada grupo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75823164"/>
              </p:ext>
            </p:extLst>
          </p:nvPr>
        </p:nvGraphicFramePr>
        <p:xfrm>
          <a:off x="1141413" y="2667000"/>
          <a:ext cx="4875212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pt-BR" dirty="0"/>
              <a:t>Primeiro marcador aqui</a:t>
            </a:r>
          </a:p>
          <a:p>
            <a:pPr rtl="0"/>
            <a:r>
              <a:rPr lang="pt-BR" dirty="0"/>
              <a:t>Segundo marcador aqui</a:t>
            </a:r>
          </a:p>
          <a:p>
            <a:pPr rtl="0"/>
            <a:r>
              <a:rPr lang="pt-BR" dirty="0"/>
              <a:t>Terceiro marcador aqui</a:t>
            </a:r>
          </a:p>
        </p:txBody>
      </p:sp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Adicionar Título de Slide – 1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Adicionar Título de Slide – 2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13"/>
          </p:nvPr>
        </p:nvSpPr>
        <p:spPr>
          <a:xfrm>
            <a:off x="6249860" y="2819399"/>
            <a:ext cx="4416552" cy="3352801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Adicionar Título de Slide – 3</a:t>
            </a:r>
          </a:p>
        </p:txBody>
      </p:sp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02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Adicionar Título de Slide – 4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 rtlCol="0">
            <a:normAutofit/>
          </a:bodyPr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73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Adicionar Título de Slide – 5</a:t>
            </a:r>
          </a:p>
        </p:txBody>
      </p:sp>
      <p:sp>
        <p:nvSpPr>
          <p:cNvPr id="6" name="Espaço Reservado para Imagem 5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095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Malha</Template>
  <TotalTime>37</TotalTime>
  <Words>156</Words>
  <Application>Microsoft Office PowerPoint</Application>
  <PresentationFormat>Personalizar</PresentationFormat>
  <Paragraphs>55</Paragraphs>
  <Slides>15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Corbel</vt:lpstr>
      <vt:lpstr>Malha</vt:lpstr>
      <vt:lpstr>Ministério da ciência, tecnologia e inovações  Concurso laboratório nacional de computação científica lncc</vt:lpstr>
      <vt:lpstr>Inspiração</vt:lpstr>
      <vt:lpstr>Formação Acadêmica</vt:lpstr>
      <vt:lpstr>Experiências profissionais</vt:lpstr>
      <vt:lpstr>Tecnologia e LNCC</vt:lpstr>
      <vt:lpstr>Projeto proposto</vt:lpstr>
      <vt:lpstr>Título e Layout de Conteúdo com Gráfico</vt:lpstr>
      <vt:lpstr>Dois Layouts de Conteúdo com Tabela</vt:lpstr>
      <vt:lpstr>Dois Layouts de Conteúdo com SmartArt</vt:lpstr>
      <vt:lpstr>Adicionar Título de Slide – 1</vt:lpstr>
      <vt:lpstr>Adicionar Título de Slide – 2</vt:lpstr>
      <vt:lpstr>Adicionar Título de Slide – 3</vt:lpstr>
      <vt:lpstr>Apresentação do PowerPoint</vt:lpstr>
      <vt:lpstr>Adicionar Título de Slide – 4</vt:lpstr>
      <vt:lpstr>Adicionar Título de Slide –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Ministério da ciência, tecnologia e inovações  Concurso laboratório nacional de computação científica lncc</dc:title>
  <dc:creator>Alice Ratton</dc:creator>
  <cp:lastModifiedBy>Alice Ratton</cp:lastModifiedBy>
  <cp:revision>6</cp:revision>
  <dcterms:created xsi:type="dcterms:W3CDTF">2024-05-17T00:34:22Z</dcterms:created>
  <dcterms:modified xsi:type="dcterms:W3CDTF">2024-05-17T01:12:16Z</dcterms:modified>
</cp:coreProperties>
</file>